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 showGuides="1">
      <p:cViewPr varScale="1">
        <p:scale>
          <a:sx n="70" d="100"/>
          <a:sy n="70" d="100"/>
        </p:scale>
        <p:origin x="660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99E7AE6-8101-2CEF-9584-FC8AD9AFFC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37362D3-3FE2-0CF9-7F60-3F5B987C21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2754305-EB40-849D-0F68-B59BB8ACF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A920D-D311-4184-AEDC-4C019BDC671C}" type="datetimeFigureOut">
              <a:rPr lang="zh-TW" altLang="en-US" smtClean="0"/>
              <a:t>2026/06/11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8B4211A-D0DF-0E9B-66C9-0BAD2BFEB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B8E0C92-5DB6-DDAA-69A9-20426BF74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8E5EA-99EB-4761-9EE5-60F46198B0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7489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5726F2-B47A-42DC-D4C5-20ED45CE6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18C0849-86EB-8144-B2D7-D4BDE42B47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336EA48-1BCC-69CE-3F52-938ADDDA2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A920D-D311-4184-AEDC-4C019BDC671C}" type="datetimeFigureOut">
              <a:rPr lang="zh-TW" altLang="en-US" smtClean="0"/>
              <a:t>2026/06/11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A2AD166-39DF-3E20-2600-996552392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665CAB3-6FFF-0DED-59D1-5E8EB60C6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8E5EA-99EB-4761-9EE5-60F46198B0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52180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B51B92A-2382-44B2-B06E-B1A13BE44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7A88F30-1996-1B7E-55D2-E9E17267B3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F639430-E1F8-58F4-B4C2-E9F2D0B64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A920D-D311-4184-AEDC-4C019BDC671C}" type="datetimeFigureOut">
              <a:rPr lang="zh-TW" altLang="en-US" smtClean="0"/>
              <a:t>2026/06/11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5FDB069-B695-26A4-DC3A-CAF7C46EB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96D0B63-E168-5D04-98F7-D6C3AC61F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8E5EA-99EB-4761-9EE5-60F46198B0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4445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7A84D6-52D3-4B2B-367D-36605B96E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907A84C-51CC-F1A6-7BE2-EFB3AB4537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74F5E16-0F2C-AB73-2E6C-B4B108DF93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9B1D768-8B4B-232A-2CD5-42480BA71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A920D-D311-4184-AEDC-4C019BDC671C}" type="datetimeFigureOut">
              <a:rPr lang="zh-TW" altLang="en-US" smtClean="0"/>
              <a:t>2026/06/11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B5E68D3-6B96-1547-5C59-A74C2F355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4C23CD2-2F0B-2170-57B2-1C4099F37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8E5EA-99EB-4761-9EE5-60F46198B0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8687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F977EF7-8914-8C70-D64F-8699A3199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5F95D1D-E160-E5E5-4B3E-4312270A1B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A46CBFC-AFB2-33FA-3560-4456CFB21B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EE5CAD3E-E57A-7A15-E9E8-0E00FBECF6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FB7B9FCA-F7FD-4784-93CE-2FB117C1E6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270A8E41-C8EE-5BFD-271C-087E993F3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A920D-D311-4184-AEDC-4C019BDC671C}" type="datetimeFigureOut">
              <a:rPr lang="zh-TW" altLang="en-US" smtClean="0"/>
              <a:t>2026/06/11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5CD225E1-3426-2A4F-BC1D-E56D2F946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12BA928F-30E3-797A-1D45-8AD2E00B9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8E5EA-99EB-4761-9EE5-60F46198B0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0151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F3DBC48-3CED-4A65-3C1D-5A2F082C9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B658A8C9-6B1F-19E4-E3C6-EE3C1C84B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A920D-D311-4184-AEDC-4C019BDC671C}" type="datetimeFigureOut">
              <a:rPr lang="zh-TW" altLang="en-US" smtClean="0"/>
              <a:t>2026/06/11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D6E68426-DCA3-1EB4-89C1-69BB1DF9A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CB68BDC-A67F-916E-9CBC-138E5D94B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8E5EA-99EB-4761-9EE5-60F46198B0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4353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9B369E80-8275-C6B2-C450-FBCFFB0FB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A920D-D311-4184-AEDC-4C019BDC671C}" type="datetimeFigureOut">
              <a:rPr lang="zh-TW" altLang="en-US" smtClean="0"/>
              <a:t>2026/06/11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1848413F-B49E-D777-EDCB-69EC6ECF3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C7C21C7-417A-9C1F-39A2-4B481461B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8E5EA-99EB-4761-9EE5-60F46198B0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69018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D9C584-F68F-BF5A-EC5D-64C0AA06C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7D44BCD-E40A-D443-7735-A2D4EBEC52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3AF05E2-26F8-1144-A20E-4DCCE45358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C925313-0617-0BD5-242C-96F9DAB21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A920D-D311-4184-AEDC-4C019BDC671C}" type="datetimeFigureOut">
              <a:rPr lang="zh-TW" altLang="en-US" smtClean="0"/>
              <a:t>2026/06/11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32F0F7E-B53D-71E1-6B52-FC6CA4D43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E29801C-A852-374E-EDB9-5CA0D63BB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8E5EA-99EB-4761-9EE5-60F46198B0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2541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1771B4C-B71B-899E-495C-FDD6886CF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F1DBD0B5-CAE2-A603-BE47-075AFF0364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158EEC9-40E7-C4D6-0EE6-B13189F1A9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7C921E2-8677-875B-9E40-993809BB2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A920D-D311-4184-AEDC-4C019BDC671C}" type="datetimeFigureOut">
              <a:rPr lang="zh-TW" altLang="en-US" smtClean="0"/>
              <a:t>2026/06/11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D8FE3F2-C180-19D5-F7FF-C3B552965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75F4F25-17FE-AE4B-502F-75FDA3D68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8E5EA-99EB-4761-9EE5-60F46198B0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58756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FE68191-ABB2-B2F3-40AF-C1E8208FA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DDB7729-451F-E296-3810-C3A6112995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F3A6620-08E4-54A2-A58B-C0921F3FD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A920D-D311-4184-AEDC-4C019BDC671C}" type="datetimeFigureOut">
              <a:rPr lang="zh-TW" altLang="en-US" smtClean="0"/>
              <a:t>2026/06/11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BA82F0E-BEF3-765D-65E6-D778DCBB1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EC883A7-E899-A159-83E7-9A74DAFAD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8E5EA-99EB-4761-9EE5-60F46198B0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2485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16897986-C633-58B2-73AD-D4C4F068CB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A8B191B-70C9-B430-024E-216CDA7AB2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89B57AE-5C11-AE33-171F-C70793F27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A920D-D311-4184-AEDC-4C019BDC671C}" type="datetimeFigureOut">
              <a:rPr lang="zh-TW" altLang="en-US" smtClean="0"/>
              <a:t>2026/06/11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4920EF7-90D2-0AEB-671C-928D0788C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2F04444-EB7D-D4D8-0FCC-D61B15510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8E5EA-99EB-4761-9EE5-60F46198B0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06816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E8DA1C43-5D06-316D-B4A1-5DAF5FB94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B5ED8D7-2D1D-ADED-A955-BFDB6D5717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DAC1819-D31A-0850-805F-C041680566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DA920D-D311-4184-AEDC-4C019BDC671C}" type="datetimeFigureOut">
              <a:rPr lang="zh-TW" altLang="en-US" smtClean="0"/>
              <a:t>2026/06/11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915FBCB-AF98-E2E7-ADD1-E38C4D5359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40716A-8D0C-4B82-9D95-3B872468A2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A8E5EA-99EB-4761-9EE5-60F46198B0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62774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70A0BB-557A-8562-DA75-37CCFC945A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/>
              <a:t>遊戲玩家紀錄與存取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9A531D6-5178-31D6-E0A5-EBC1880EB4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/>
              <a:t>組長、組員</a:t>
            </a:r>
            <a:r>
              <a:rPr lang="en-US" altLang="zh-TW" dirty="0"/>
              <a:t>:</a:t>
            </a:r>
            <a:r>
              <a:rPr lang="zh-TW" altLang="en-US" dirty="0"/>
              <a:t> 林逸丞</a:t>
            </a:r>
          </a:p>
        </p:txBody>
      </p:sp>
    </p:spTree>
    <p:extLst>
      <p:ext uri="{BB962C8B-B14F-4D97-AF65-F5344CB8AC3E}">
        <p14:creationId xmlns:p14="http://schemas.microsoft.com/office/powerpoint/2010/main" val="29389062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49D9DE1-3AFB-E868-6121-96BB1F27C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網站結構圖</a:t>
            </a:r>
          </a:p>
        </p:txBody>
      </p:sp>
      <p:sp>
        <p:nvSpPr>
          <p:cNvPr id="4" name="圓柱形 3">
            <a:extLst>
              <a:ext uri="{FF2B5EF4-FFF2-40B4-BE49-F238E27FC236}">
                <a16:creationId xmlns:a16="http://schemas.microsoft.com/office/drawing/2014/main" id="{83C28824-694E-2F17-E57F-6CE214075DA0}"/>
              </a:ext>
            </a:extLst>
          </p:cNvPr>
          <p:cNvSpPr/>
          <p:nvPr/>
        </p:nvSpPr>
        <p:spPr>
          <a:xfrm>
            <a:off x="9444252" y="2221221"/>
            <a:ext cx="2702257" cy="2115403"/>
          </a:xfrm>
          <a:prstGeom prst="ca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800" dirty="0" err="1"/>
              <a:t>user_name_and_password</a:t>
            </a:r>
            <a:endParaRPr lang="zh-TW" altLang="en-US" sz="2800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42251BC-E97E-4BA7-1DBC-E8B32373FA03}"/>
              </a:ext>
            </a:extLst>
          </p:cNvPr>
          <p:cNvSpPr txBox="1"/>
          <p:nvPr/>
        </p:nvSpPr>
        <p:spPr>
          <a:xfrm>
            <a:off x="6096000" y="2674960"/>
            <a:ext cx="31708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dirty="0" err="1"/>
              <a:t>accoount_list</a:t>
            </a:r>
            <a:endParaRPr lang="zh-TW" altLang="en-US" sz="4000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226A527-5B74-3E69-A472-FD0FECFBCB84}"/>
              </a:ext>
            </a:extLst>
          </p:cNvPr>
          <p:cNvSpPr txBox="1"/>
          <p:nvPr/>
        </p:nvSpPr>
        <p:spPr>
          <a:xfrm>
            <a:off x="6385464" y="3629043"/>
            <a:ext cx="27926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dirty="0" err="1"/>
              <a:t>player_stats</a:t>
            </a:r>
            <a:endParaRPr lang="zh-TW" altLang="en-US" sz="4000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7529B009-C9A0-D3B8-E5FF-FC808CBFBBAF}"/>
              </a:ext>
            </a:extLst>
          </p:cNvPr>
          <p:cNvSpPr txBox="1"/>
          <p:nvPr/>
        </p:nvSpPr>
        <p:spPr>
          <a:xfrm>
            <a:off x="838200" y="1225689"/>
            <a:ext cx="5080377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000" dirty="0" err="1"/>
              <a:t>home.php</a:t>
            </a:r>
            <a:endParaRPr lang="en-US" altLang="zh-TW" sz="6000" dirty="0"/>
          </a:p>
          <a:p>
            <a:r>
              <a:rPr lang="en-US" altLang="zh-TW" sz="6000" dirty="0" err="1"/>
              <a:t>game.php</a:t>
            </a:r>
            <a:endParaRPr lang="en-US" altLang="zh-TW" sz="6000" dirty="0"/>
          </a:p>
          <a:p>
            <a:r>
              <a:rPr lang="en-US" altLang="zh-TW" sz="6000" dirty="0" err="1"/>
              <a:t>scoreboard.php</a:t>
            </a:r>
            <a:endParaRPr lang="en-US" altLang="zh-TW" sz="6000" dirty="0"/>
          </a:p>
          <a:p>
            <a:r>
              <a:rPr lang="en-US" altLang="zh-TW" sz="6000" dirty="0" err="1"/>
              <a:t>signup.php</a:t>
            </a:r>
            <a:endParaRPr lang="en-US" altLang="zh-TW" sz="6000" dirty="0"/>
          </a:p>
          <a:p>
            <a:r>
              <a:rPr lang="en-US" altLang="zh-TW" sz="6000" dirty="0" err="1"/>
              <a:t>login.php</a:t>
            </a:r>
            <a:endParaRPr lang="en-US" altLang="zh-TW" sz="6000" dirty="0"/>
          </a:p>
          <a:p>
            <a:r>
              <a:rPr lang="en-US" altLang="zh-TW" sz="6000" dirty="0" err="1"/>
              <a:t>logout.php</a:t>
            </a:r>
            <a:endParaRPr lang="en-US" altLang="zh-TW" sz="6000" dirty="0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9B060406-E05B-B564-2176-6F68D5999D46}"/>
              </a:ext>
            </a:extLst>
          </p:cNvPr>
          <p:cNvSpPr txBox="1"/>
          <p:nvPr/>
        </p:nvSpPr>
        <p:spPr>
          <a:xfrm>
            <a:off x="6814213" y="1720877"/>
            <a:ext cx="17344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4000" dirty="0"/>
              <a:t>資料表</a:t>
            </a: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6574452B-4E6F-6CD2-7FDB-5ACD734D42F2}"/>
              </a:ext>
            </a:extLst>
          </p:cNvPr>
          <p:cNvSpPr txBox="1"/>
          <p:nvPr/>
        </p:nvSpPr>
        <p:spPr>
          <a:xfrm>
            <a:off x="9928178" y="1120995"/>
            <a:ext cx="17344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4000" dirty="0"/>
              <a:t>資料庫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71AAD22-0334-4630-3727-6E3C4DC66F9E}"/>
              </a:ext>
            </a:extLst>
          </p:cNvPr>
          <p:cNvSpPr/>
          <p:nvPr/>
        </p:nvSpPr>
        <p:spPr>
          <a:xfrm>
            <a:off x="8966578" y="2908164"/>
            <a:ext cx="477673" cy="33858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4F83B99-5ACC-FB60-462C-32DBB017FFB5}"/>
              </a:ext>
            </a:extLst>
          </p:cNvPr>
          <p:cNvSpPr/>
          <p:nvPr/>
        </p:nvSpPr>
        <p:spPr>
          <a:xfrm>
            <a:off x="8966578" y="3872551"/>
            <a:ext cx="477673" cy="33858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7D125A0-1999-1320-3F92-1A0A173694E1}"/>
              </a:ext>
            </a:extLst>
          </p:cNvPr>
          <p:cNvSpPr txBox="1"/>
          <p:nvPr/>
        </p:nvSpPr>
        <p:spPr>
          <a:xfrm>
            <a:off x="6096000" y="3429000"/>
            <a:ext cx="1505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/>
              <a:t>user_name</a:t>
            </a:r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F2484A51-43FA-8A10-10D2-26B7210E84AC}"/>
              </a:ext>
            </a:extLst>
          </p:cNvPr>
          <p:cNvSpPr txBox="1"/>
          <p:nvPr/>
        </p:nvSpPr>
        <p:spPr>
          <a:xfrm>
            <a:off x="7891267" y="3438532"/>
            <a:ext cx="1505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/>
              <a:t>pass_word</a:t>
            </a:r>
            <a:endParaRPr lang="zh-TW" alt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F9E86263-B137-D54D-83A4-401D2B9D1DBB}"/>
              </a:ext>
            </a:extLst>
          </p:cNvPr>
          <p:cNvSpPr txBox="1"/>
          <p:nvPr/>
        </p:nvSpPr>
        <p:spPr>
          <a:xfrm>
            <a:off x="6119591" y="4336624"/>
            <a:ext cx="1795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/>
              <a:t>user_name_stats</a:t>
            </a:r>
            <a:endParaRPr lang="zh-TW" altLang="en-US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3B562FA1-60A3-FAED-91B6-EE6D22746553}"/>
              </a:ext>
            </a:extLst>
          </p:cNvPr>
          <p:cNvSpPr txBox="1"/>
          <p:nvPr/>
        </p:nvSpPr>
        <p:spPr>
          <a:xfrm>
            <a:off x="7914858" y="4346156"/>
            <a:ext cx="1734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/>
              <a:t>pass_word_stats</a:t>
            </a:r>
            <a:endParaRPr lang="zh-TW" altLang="en-US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30D97A50-C17C-C4C6-B43A-FE381E6A1C02}"/>
              </a:ext>
            </a:extLst>
          </p:cNvPr>
          <p:cNvSpPr txBox="1"/>
          <p:nvPr/>
        </p:nvSpPr>
        <p:spPr>
          <a:xfrm>
            <a:off x="7147464" y="5244248"/>
            <a:ext cx="14876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4000" dirty="0"/>
              <a:t>欄位</a:t>
            </a:r>
          </a:p>
        </p:txBody>
      </p:sp>
    </p:spTree>
    <p:extLst>
      <p:ext uri="{BB962C8B-B14F-4D97-AF65-F5344CB8AC3E}">
        <p14:creationId xmlns:p14="http://schemas.microsoft.com/office/powerpoint/2010/main" val="4125621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B506D-0555-EC3D-EC39-E8B4B0F62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D50219F-7C0A-B440-4BBE-499C6B1AD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圓柱形 3">
            <a:extLst>
              <a:ext uri="{FF2B5EF4-FFF2-40B4-BE49-F238E27FC236}">
                <a16:creationId xmlns:a16="http://schemas.microsoft.com/office/drawing/2014/main" id="{D6DDE9CC-C982-9ACE-6B74-6E6BA6DDC60D}"/>
              </a:ext>
            </a:extLst>
          </p:cNvPr>
          <p:cNvSpPr/>
          <p:nvPr/>
        </p:nvSpPr>
        <p:spPr>
          <a:xfrm>
            <a:off x="9444252" y="2221221"/>
            <a:ext cx="2702257" cy="2115403"/>
          </a:xfrm>
          <a:prstGeom prst="ca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800" dirty="0" err="1"/>
              <a:t>user_name_and_password</a:t>
            </a:r>
            <a:endParaRPr lang="zh-TW" altLang="en-US" sz="2800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D841F7A9-00CF-6878-2EE3-E3A40CBEAE73}"/>
              </a:ext>
            </a:extLst>
          </p:cNvPr>
          <p:cNvSpPr txBox="1"/>
          <p:nvPr/>
        </p:nvSpPr>
        <p:spPr>
          <a:xfrm>
            <a:off x="6095999" y="3010650"/>
            <a:ext cx="31708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dirty="0" err="1"/>
              <a:t>accoount_list</a:t>
            </a:r>
            <a:endParaRPr lang="zh-TW" altLang="en-US" sz="4000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679E9674-5359-7C95-3352-062BE31D38A1}"/>
              </a:ext>
            </a:extLst>
          </p:cNvPr>
          <p:cNvSpPr txBox="1"/>
          <p:nvPr/>
        </p:nvSpPr>
        <p:spPr>
          <a:xfrm>
            <a:off x="838200" y="2397632"/>
            <a:ext cx="50803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000" dirty="0" err="1"/>
              <a:t>signup.php</a:t>
            </a:r>
            <a:endParaRPr lang="en-US" altLang="zh-TW" sz="6000" dirty="0"/>
          </a:p>
          <a:p>
            <a:endParaRPr lang="en-US" altLang="zh-TW" sz="6000" dirty="0"/>
          </a:p>
          <a:p>
            <a:r>
              <a:rPr lang="en-US" altLang="zh-TW" sz="6000" dirty="0" err="1"/>
              <a:t>login.php</a:t>
            </a:r>
            <a:endParaRPr lang="en-US" altLang="zh-TW" sz="6000" dirty="0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A4A020D4-364A-FFAA-DDF1-7AA4DF9A0BEA}"/>
              </a:ext>
            </a:extLst>
          </p:cNvPr>
          <p:cNvSpPr txBox="1"/>
          <p:nvPr/>
        </p:nvSpPr>
        <p:spPr>
          <a:xfrm>
            <a:off x="6814213" y="1720877"/>
            <a:ext cx="17344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4000" dirty="0"/>
              <a:t>資料表</a:t>
            </a: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1E0F2ECC-EA23-858F-5A5A-9E1415C290B5}"/>
              </a:ext>
            </a:extLst>
          </p:cNvPr>
          <p:cNvSpPr txBox="1"/>
          <p:nvPr/>
        </p:nvSpPr>
        <p:spPr>
          <a:xfrm>
            <a:off x="9928178" y="1120995"/>
            <a:ext cx="17344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4000" dirty="0"/>
              <a:t>資料庫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6219079-DB4C-A25F-FB8D-0A7A75F1401F}"/>
              </a:ext>
            </a:extLst>
          </p:cNvPr>
          <p:cNvSpPr/>
          <p:nvPr/>
        </p:nvSpPr>
        <p:spPr>
          <a:xfrm>
            <a:off x="8966579" y="3259707"/>
            <a:ext cx="477673" cy="33858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箭號: 向右 9">
            <a:extLst>
              <a:ext uri="{FF2B5EF4-FFF2-40B4-BE49-F238E27FC236}">
                <a16:creationId xmlns:a16="http://schemas.microsoft.com/office/drawing/2014/main" id="{4669DE14-6FA1-1DD9-B661-D50DF0D82A91}"/>
              </a:ext>
            </a:extLst>
          </p:cNvPr>
          <p:cNvSpPr/>
          <p:nvPr/>
        </p:nvSpPr>
        <p:spPr>
          <a:xfrm rot="735183">
            <a:off x="4399975" y="3050531"/>
            <a:ext cx="1837899" cy="418350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箭號: 向右 12">
            <a:extLst>
              <a:ext uri="{FF2B5EF4-FFF2-40B4-BE49-F238E27FC236}">
                <a16:creationId xmlns:a16="http://schemas.microsoft.com/office/drawing/2014/main" id="{FF8388AF-9215-1FB7-1F65-A27AE9F43708}"/>
              </a:ext>
            </a:extLst>
          </p:cNvPr>
          <p:cNvSpPr/>
          <p:nvPr/>
        </p:nvSpPr>
        <p:spPr>
          <a:xfrm rot="20246022">
            <a:off x="3737983" y="4059497"/>
            <a:ext cx="2487128" cy="418350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箭號: 向右 17">
            <a:extLst>
              <a:ext uri="{FF2B5EF4-FFF2-40B4-BE49-F238E27FC236}">
                <a16:creationId xmlns:a16="http://schemas.microsoft.com/office/drawing/2014/main" id="{00C18F02-140F-6FC0-64F7-AD34F4CD9FBF}"/>
              </a:ext>
            </a:extLst>
          </p:cNvPr>
          <p:cNvSpPr/>
          <p:nvPr/>
        </p:nvSpPr>
        <p:spPr>
          <a:xfrm rot="9420160">
            <a:off x="3756380" y="4150926"/>
            <a:ext cx="2487128" cy="418350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F1A207F-983C-EEBD-3539-0F0C9138773E}"/>
              </a:ext>
            </a:extLst>
          </p:cNvPr>
          <p:cNvSpPr txBox="1"/>
          <p:nvPr/>
        </p:nvSpPr>
        <p:spPr>
          <a:xfrm>
            <a:off x="6178120" y="3578990"/>
            <a:ext cx="1505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/>
              <a:t>user_name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FA447179-2A75-B8BF-F2C7-B48BE3D33AC4}"/>
              </a:ext>
            </a:extLst>
          </p:cNvPr>
          <p:cNvSpPr txBox="1"/>
          <p:nvPr/>
        </p:nvSpPr>
        <p:spPr>
          <a:xfrm>
            <a:off x="7973387" y="3588522"/>
            <a:ext cx="1505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/>
              <a:t>pass_word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796794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B1FA6-36BB-C7B2-EFF4-0AD5D534A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圓柱形 3">
            <a:extLst>
              <a:ext uri="{FF2B5EF4-FFF2-40B4-BE49-F238E27FC236}">
                <a16:creationId xmlns:a16="http://schemas.microsoft.com/office/drawing/2014/main" id="{C80CE951-E16B-FBED-7AA9-B6222C0A8266}"/>
              </a:ext>
            </a:extLst>
          </p:cNvPr>
          <p:cNvSpPr/>
          <p:nvPr/>
        </p:nvSpPr>
        <p:spPr>
          <a:xfrm>
            <a:off x="9444252" y="2221221"/>
            <a:ext cx="2702257" cy="2115403"/>
          </a:xfrm>
          <a:prstGeom prst="ca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800" dirty="0" err="1"/>
              <a:t>user_name_and_password</a:t>
            </a:r>
            <a:endParaRPr lang="zh-TW" altLang="en-US" sz="2800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2538FFF-D2EE-A735-2C79-BD130C7D9C66}"/>
              </a:ext>
            </a:extLst>
          </p:cNvPr>
          <p:cNvSpPr txBox="1"/>
          <p:nvPr/>
        </p:nvSpPr>
        <p:spPr>
          <a:xfrm>
            <a:off x="6396250" y="3034113"/>
            <a:ext cx="27926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dirty="0" err="1"/>
              <a:t>player_stats</a:t>
            </a:r>
            <a:endParaRPr lang="zh-TW" altLang="en-US" sz="4000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D3CD1122-22F1-FF5B-AF36-0F02010FDD66}"/>
              </a:ext>
            </a:extLst>
          </p:cNvPr>
          <p:cNvSpPr txBox="1"/>
          <p:nvPr/>
        </p:nvSpPr>
        <p:spPr>
          <a:xfrm>
            <a:off x="838200" y="2793266"/>
            <a:ext cx="50803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000" dirty="0" err="1"/>
              <a:t>game.php</a:t>
            </a:r>
            <a:endParaRPr lang="en-US" altLang="zh-TW" sz="6000" dirty="0"/>
          </a:p>
          <a:p>
            <a:endParaRPr lang="en-US" altLang="zh-TW" sz="6000" dirty="0"/>
          </a:p>
          <a:p>
            <a:r>
              <a:rPr lang="en-US" altLang="zh-TW" sz="6000" dirty="0" err="1"/>
              <a:t>scoreboard.php</a:t>
            </a:r>
            <a:endParaRPr lang="en-US" altLang="zh-TW" sz="6000" dirty="0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04F864CC-330D-D42F-276B-473ABEF0D209}"/>
              </a:ext>
            </a:extLst>
          </p:cNvPr>
          <p:cNvSpPr txBox="1"/>
          <p:nvPr/>
        </p:nvSpPr>
        <p:spPr>
          <a:xfrm>
            <a:off x="6814213" y="1720877"/>
            <a:ext cx="17344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4000" dirty="0"/>
              <a:t>資料表</a:t>
            </a: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C28DA436-D056-8BB9-D534-3C4B93564108}"/>
              </a:ext>
            </a:extLst>
          </p:cNvPr>
          <p:cNvSpPr txBox="1"/>
          <p:nvPr/>
        </p:nvSpPr>
        <p:spPr>
          <a:xfrm>
            <a:off x="9928178" y="1120995"/>
            <a:ext cx="17344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4000" dirty="0"/>
              <a:t>資料庫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D9ABC75-ECD2-1D5F-1C46-B7187D7281E6}"/>
              </a:ext>
            </a:extLst>
          </p:cNvPr>
          <p:cNvSpPr/>
          <p:nvPr/>
        </p:nvSpPr>
        <p:spPr>
          <a:xfrm>
            <a:off x="8966579" y="3243621"/>
            <a:ext cx="477673" cy="37075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箭號: 向右 9">
            <a:extLst>
              <a:ext uri="{FF2B5EF4-FFF2-40B4-BE49-F238E27FC236}">
                <a16:creationId xmlns:a16="http://schemas.microsoft.com/office/drawing/2014/main" id="{E38D5E25-6908-EAC1-355C-10199BDB2943}"/>
              </a:ext>
            </a:extLst>
          </p:cNvPr>
          <p:cNvSpPr/>
          <p:nvPr/>
        </p:nvSpPr>
        <p:spPr>
          <a:xfrm>
            <a:off x="4053385" y="3034113"/>
            <a:ext cx="2497540" cy="707886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箭號: 向右 16">
            <a:extLst>
              <a:ext uri="{FF2B5EF4-FFF2-40B4-BE49-F238E27FC236}">
                <a16:creationId xmlns:a16="http://schemas.microsoft.com/office/drawing/2014/main" id="{CD063851-39AB-1452-FE26-1D61355915CE}"/>
              </a:ext>
            </a:extLst>
          </p:cNvPr>
          <p:cNvSpPr/>
          <p:nvPr/>
        </p:nvSpPr>
        <p:spPr>
          <a:xfrm rot="8766744">
            <a:off x="5599826" y="4206221"/>
            <a:ext cx="2497540" cy="707886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標題 18">
            <a:extLst>
              <a:ext uri="{FF2B5EF4-FFF2-40B4-BE49-F238E27FC236}">
                <a16:creationId xmlns:a16="http://schemas.microsoft.com/office/drawing/2014/main" id="{1A727BBE-9FAC-07D2-AEC5-F7C3DE44E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F0D9AC21-59E6-6300-D751-07B990D866CF}"/>
              </a:ext>
            </a:extLst>
          </p:cNvPr>
          <p:cNvSpPr txBox="1"/>
          <p:nvPr/>
        </p:nvSpPr>
        <p:spPr>
          <a:xfrm>
            <a:off x="5916727" y="2463845"/>
            <a:ext cx="1795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/>
              <a:t>user_name_stats</a:t>
            </a:r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DB31BE6-7B2C-CFFC-CE09-5F22F45D0026}"/>
              </a:ext>
            </a:extLst>
          </p:cNvPr>
          <p:cNvSpPr txBox="1"/>
          <p:nvPr/>
        </p:nvSpPr>
        <p:spPr>
          <a:xfrm>
            <a:off x="7711994" y="2473377"/>
            <a:ext cx="1734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/>
              <a:t>pass_word_stats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615589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A3A40-832D-7BF0-1F52-C3A999A53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1">
            <a:extLst>
              <a:ext uri="{FF2B5EF4-FFF2-40B4-BE49-F238E27FC236}">
                <a16:creationId xmlns:a16="http://schemas.microsoft.com/office/drawing/2014/main" id="{7448D75D-A72B-9430-ADA1-D174B8BED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TW" dirty="0" err="1"/>
              <a:t>javascript</a:t>
            </a:r>
            <a:r>
              <a:rPr lang="en-US" altLang="zh-TW" dirty="0"/>
              <a:t> </a:t>
            </a:r>
            <a:r>
              <a:rPr lang="zh-TW" altLang="en-US" dirty="0"/>
              <a:t>應用</a:t>
            </a:r>
            <a:r>
              <a:rPr lang="en-US" altLang="zh-TW" dirty="0"/>
              <a:t>:</a:t>
            </a:r>
            <a:endParaRPr lang="zh-TW" altLang="en-US" dirty="0"/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B5136C37-FD11-0123-67F7-07E9117376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6000" dirty="0" err="1"/>
              <a:t>game.php</a:t>
            </a:r>
            <a:r>
              <a:rPr lang="en-US" altLang="zh-TW" sz="6000" dirty="0"/>
              <a:t> </a:t>
            </a:r>
            <a:r>
              <a:rPr lang="zh-TW" altLang="en-US" sz="6000" dirty="0"/>
              <a:t>如果沒有登入，</a:t>
            </a:r>
          </a:p>
          <a:p>
            <a:pPr marL="0" indent="0">
              <a:buNone/>
            </a:pPr>
            <a:r>
              <a:rPr lang="zh-TW" altLang="en-US" sz="6000" dirty="0"/>
              <a:t>會提示無法遊玩。</a:t>
            </a:r>
          </a:p>
        </p:txBody>
      </p:sp>
    </p:spTree>
    <p:extLst>
      <p:ext uri="{BB962C8B-B14F-4D97-AF65-F5344CB8AC3E}">
        <p14:creationId xmlns:p14="http://schemas.microsoft.com/office/powerpoint/2010/main" val="13571875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D7C53D87-8BEE-D406-F668-75AA01BE2B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/>
              <a:t>感謝</a:t>
            </a:r>
            <a:r>
              <a:rPr lang="en-US" altLang="zh-TW" dirty="0"/>
              <a:t>!</a:t>
            </a:r>
            <a:endParaRPr lang="zh-TW" altLang="en-US" dirty="0"/>
          </a:p>
        </p:txBody>
      </p:sp>
      <p:sp>
        <p:nvSpPr>
          <p:cNvPr id="7" name="副標題 6">
            <a:extLst>
              <a:ext uri="{FF2B5EF4-FFF2-40B4-BE49-F238E27FC236}">
                <a16:creationId xmlns:a16="http://schemas.microsoft.com/office/drawing/2014/main" id="{261545C5-AE72-2F0C-581F-0E94E8EEAA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79866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137</Words>
  <Application>Microsoft Office PowerPoint</Application>
  <PresentationFormat>寬螢幕</PresentationFormat>
  <Paragraphs>41</Paragraphs>
  <Slides>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佈景主題</vt:lpstr>
      <vt:lpstr>遊戲玩家紀錄與存取</vt:lpstr>
      <vt:lpstr>網站結構圖</vt:lpstr>
      <vt:lpstr>PowerPoint 簡報</vt:lpstr>
      <vt:lpstr>PowerPoint 簡報</vt:lpstr>
      <vt:lpstr>javascript 應用:</vt:lpstr>
      <vt:lpstr>感謝!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usera</dc:creator>
  <cp:lastModifiedBy>usera</cp:lastModifiedBy>
  <cp:revision>8</cp:revision>
  <dcterms:created xsi:type="dcterms:W3CDTF">2026-06-11T02:50:11Z</dcterms:created>
  <dcterms:modified xsi:type="dcterms:W3CDTF">2026-06-11T07:28:08Z</dcterms:modified>
</cp:coreProperties>
</file>